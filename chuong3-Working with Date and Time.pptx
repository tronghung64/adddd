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308" r:id="rId5"/>
    <p:sldId id="259" r:id="rId6"/>
    <p:sldId id="260" r:id="rId7"/>
    <p:sldId id="309" r:id="rId8"/>
    <p:sldId id="261" r:id="rId9"/>
    <p:sldId id="310" r:id="rId10"/>
    <p:sldId id="311" r:id="rId11"/>
    <p:sldId id="262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20" r:id="rId20"/>
    <p:sldId id="319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2" r:id="rId32"/>
    <p:sldId id="331" r:id="rId33"/>
    <p:sldId id="33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C59D34-11D3-4DA4-83EF-24D8FD6300F5}">
          <p14:sldIdLst>
            <p14:sldId id="256"/>
            <p14:sldId id="257"/>
            <p14:sldId id="258"/>
            <p14:sldId id="308"/>
            <p14:sldId id="259"/>
            <p14:sldId id="260"/>
            <p14:sldId id="309"/>
            <p14:sldId id="261"/>
            <p14:sldId id="310"/>
            <p14:sldId id="311"/>
            <p14:sldId id="262"/>
            <p14:sldId id="312"/>
            <p14:sldId id="313"/>
            <p14:sldId id="314"/>
            <p14:sldId id="315"/>
            <p14:sldId id="316"/>
            <p14:sldId id="317"/>
            <p14:sldId id="318"/>
            <p14:sldId id="320"/>
            <p14:sldId id="319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2"/>
            <p14:sldId id="331"/>
            <p14:sldId id="333"/>
          </p14:sldIdLst>
        </p14:section>
        <p14:section name="Radio Button" id="{1A23179E-0E45-4F2B-9B2B-53C376ECD7B0}">
          <p14:sldIdLst/>
        </p14:section>
        <p14:section name="checkboxes" id="{A00EFFBC-94E6-4C6A-A3F4-16754BAD0FC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4" autoAdjust="0"/>
    <p:restoredTop sz="94878" autoAdjust="0"/>
  </p:normalViewPr>
  <p:slideViewPr>
    <p:cSldViewPr snapToGrid="0">
      <p:cViewPr varScale="1">
        <p:scale>
          <a:sx n="69" d="100"/>
          <a:sy n="69" d="100"/>
        </p:scale>
        <p:origin x="14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50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7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14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9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1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8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1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8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3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93E9BC8-F243-46BB-89DF-344D1B27DC49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F45BF12-F24D-4D4A-A4E8-28B531AF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3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59" y="28244"/>
            <a:ext cx="9102490" cy="905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59" y="1020278"/>
            <a:ext cx="9102490" cy="580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05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65AF-1E9D-4F47-A457-BB8E06933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LÀM VIỆC VỚI DATE VÀ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84004-3706-4DD2-91FA-FF80F7B22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58F1-071A-4A8D-8390-AD8C3E95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2F4A-DFA5-41F5-BD92-39E9675D4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ta sẽ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LCD digits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LCD – like digits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Table Widget</a:t>
            </a:r>
          </a:p>
        </p:txBody>
      </p:sp>
    </p:spTree>
    <p:extLst>
      <p:ext uri="{BB962C8B-B14F-4D97-AF65-F5344CB8AC3E}">
        <p14:creationId xmlns:p14="http://schemas.microsoft.com/office/powerpoint/2010/main" val="217502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B9CD7-5EF1-4F22-A6C9-AC9F87B3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9" y="28244"/>
            <a:ext cx="9102490" cy="833905"/>
          </a:xfrm>
        </p:spPr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LCD digits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2880-FDDD-4613-BCF9-F95D0AC31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862149"/>
            <a:ext cx="9102490" cy="5967608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 Designer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LCD digits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Number widget.</a:t>
            </a: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Number widget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QLDNumber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decimal, hexadecimal, octal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binary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QLDNumber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23888" algn="just">
              <a:buFont typeface="Wingdings" panose="05000000000000000000" pitchFamily="2" charset="2"/>
              <a:buChar char="Ø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SetMode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538288" indent="-457200" algn="just">
              <a:buFont typeface="Wingdings" panose="05000000000000000000" pitchFamily="2" charset="2"/>
              <a:buChar char="ü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38288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B9CD7-5EF1-4F22-A6C9-AC9F87B3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9" y="28244"/>
            <a:ext cx="9102490" cy="833905"/>
          </a:xfrm>
        </p:spPr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LCD digits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2880-FDDD-4613-BCF9-F95D0AC31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862149"/>
            <a:ext cx="9102490" cy="5967608"/>
          </a:xfrm>
        </p:spPr>
        <p:txBody>
          <a:bodyPr>
            <a:noAutofit/>
          </a:bodyPr>
          <a:lstStyle/>
          <a:p>
            <a:pPr marL="1538288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38288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69963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Display():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LCD digit</a:t>
            </a:r>
          </a:p>
          <a:p>
            <a:pPr marL="969963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Value():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Number widget</a:t>
            </a:r>
          </a:p>
          <a:p>
            <a:pPr marL="512763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</a:p>
          <a:p>
            <a:pPr algn="just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63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F2B3-B3DB-41EA-A25C-FA889718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9" y="28244"/>
            <a:ext cx="9102490" cy="78165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Timers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CAF4-937A-4A9D-81B9-FEF2C9C4D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896983"/>
            <a:ext cx="9102490" cy="593277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Qtimer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timeout().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timeout()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Start(n):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hẹn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timeout()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milli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SetsingleShot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(true):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hẹn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timeout()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SingleShot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timeout()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milli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633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59E0-DB62-4032-AB9E-8BBA22421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Qtime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DBDF6-DF73-41BF-8FA0-79FD03DAC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Qtime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nữa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đêm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trôi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qua,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Qtime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24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Qtime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7713" algn="just">
              <a:buFont typeface="Wingdings" panose="05000000000000000000" pitchFamily="2" charset="2"/>
              <a:buChar char="Ø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CurrentTime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ưới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Qtime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7713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Hour():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7713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Minute():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2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59E0-DB62-4032-AB9E-8BBA22421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Qtime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DBDF6-DF73-41BF-8FA0-79FD03DAC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7713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seconds():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7713" algn="just">
              <a:buFont typeface="Wingdings" panose="05000000000000000000" pitchFamily="2" charset="2"/>
              <a:buChar char="Ø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msec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7713" algn="just">
              <a:buFont typeface="Wingdings" panose="05000000000000000000" pitchFamily="2" charset="2"/>
              <a:buChar char="Ø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addSecs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7713" algn="just">
              <a:buFont typeface="Wingdings" panose="05000000000000000000" pitchFamily="2" charset="2"/>
              <a:buChar char="Ø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addMsecs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7713" algn="just">
              <a:buFont typeface="Wingdings" panose="05000000000000000000" pitchFamily="2" charset="2"/>
              <a:buChar char="Ø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secsTo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ự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ữa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QTime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081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46A7-9124-49FE-8BCC-D7827013D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9" y="128726"/>
            <a:ext cx="9102490" cy="905407"/>
          </a:xfrm>
        </p:spPr>
        <p:txBody>
          <a:bodyPr>
            <a:normAutofit fontScale="90000"/>
          </a:bodyPr>
          <a:lstStyle/>
          <a:p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LCD – like digits</a:t>
            </a:r>
            <a:endParaRPr lang="vi-VN" b="1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0B6D0-2B8C-4266-A2B1-36FADC49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Crystal Display(LCD)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seven – segment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Qtime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215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Mở Qt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Desigmer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Dialog without Buttons</a:t>
            </a:r>
          </a:p>
          <a:p>
            <a:pPr marL="69215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demoLCD.ui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215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LCD Number widget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1AE091-4FB7-4661-8134-D0BE9497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388" y="4694192"/>
            <a:ext cx="3562350" cy="203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7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46A7-9124-49FE-8BCC-D7827013D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9" y="128726"/>
            <a:ext cx="9102490" cy="905407"/>
          </a:xfrm>
        </p:spPr>
        <p:txBody>
          <a:bodyPr>
            <a:normAutofit fontScale="90000"/>
          </a:bodyPr>
          <a:lstStyle/>
          <a:p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LCD – like digits</a:t>
            </a:r>
            <a:endParaRPr lang="vi-VN" b="1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0B6D0-2B8C-4266-A2B1-36FADC49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215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Editor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Width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Height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pyuic5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.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(XML)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Python.</a:t>
            </a:r>
          </a:p>
          <a:p>
            <a:pPr marL="69215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B5: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script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callLCD.pyw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code demoLCD.py</a:t>
            </a:r>
          </a:p>
          <a:p>
            <a:pPr marL="69215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B6: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callLCD.pyw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script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145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46A7-9124-49FE-8BCC-D7827013D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9" y="128726"/>
            <a:ext cx="9102490" cy="905407"/>
          </a:xfrm>
        </p:spPr>
        <p:txBody>
          <a:bodyPr>
            <a:normAutofit fontScale="90000"/>
          </a:bodyPr>
          <a:lstStyle/>
          <a:p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LCD – like digits</a:t>
            </a:r>
            <a:endParaRPr lang="vi-VN" b="1"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33C80C-A99A-464B-BD5F-F5020E55F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59" y="1135567"/>
            <a:ext cx="6724905" cy="5593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33DA97-2CAD-429F-88BC-D73882C4C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89" y="1730952"/>
            <a:ext cx="33337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19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 lnSpcReduction="10000"/>
          </a:bodyPr>
          <a:lstStyle/>
          <a:p>
            <a:pPr marL="463550" indent="0" algn="just">
              <a:buNone/>
            </a:pP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Date Edit.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Date Edit.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 s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ử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ớ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 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n, tr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ự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Date Edit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ớp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QDate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ừ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Date Edit: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ừ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Widget.</a:t>
            </a:r>
            <a:endParaRPr lang="vi-V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805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63550" indent="0" algn="just"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ớp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QCalendarWidget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(Sun, Mon, Tue…)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Saturday, Sunday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ra Sunday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63550" indent="0" algn="just">
              <a:buNone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minimumDate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69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 fontScale="92500" lnSpcReduction="10000"/>
          </a:bodyPr>
          <a:lstStyle/>
          <a:p>
            <a:pPr marL="463550" indent="0" algn="just">
              <a:buNone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maximumDate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selectionMode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thuộc tính này giúp kích hoạt hoặc vô hiệu hoá khả năng của người dùng chọn ngày từ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Nếu thuộc tính này được đặt thành </a:t>
            </a:r>
            <a:r>
              <a:rPr lang="vi-VN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NoSelection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nó sẽ không cho phép người dùng chọn bất kỳ ngày nào.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VerticalHeaderFormat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NoVerticalHeader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gridVisible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thuộc tính này giúp làm lưới lịch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iển thị hoặc vô hình.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ó thể đặt thuộc tính boolean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ớ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True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để làm cho lưới lịch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iển thị.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87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 fontScale="92500" lnSpcReduction="20000"/>
          </a:bodyPr>
          <a:lstStyle/>
          <a:p>
            <a:pPr marL="463550" indent="0" algn="just">
              <a:buNone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HorizontalHeaderFormat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tính này được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để thiết lập định dạng ngày sẽ được hiển thị. Sau đây là các tùy chọn có sẵn: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6550" indent="-514350" algn="just">
              <a:tabLst>
                <a:tab pos="1606550" algn="l"/>
              </a:tabLst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SingleLetterDayNames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ự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cho ngày được hiển thị trong tiêu đề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như M cho thứ hai, T cho thứ ba,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6550" indent="-514350" algn="just">
              <a:tabLst>
                <a:tab pos="1606550" algn="l"/>
              </a:tabLst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ShortDayNames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được hiển thị trong tiêu đề, như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Mon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Monday, Tue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Tuesday….</a:t>
            </a:r>
            <a:endParaRPr lang="vi-V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6550" indent="-514350" algn="just">
              <a:tabLst>
                <a:tab pos="1606550" algn="l"/>
              </a:tabLst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LongDayNames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: tiêu đề hiển thị ngày ở dạng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như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Monday, Tuesday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606550" indent="-514350" algn="just">
              <a:tabLst>
                <a:tab pos="1606550" algn="l"/>
              </a:tabLst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NoHorizontalHeader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: Sử dụng quyền lựa chọn trong HorizontalHeaderFormat làm tiêu đề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ẩn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604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QCalendarWidget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selectedDate( ) :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ngày tháng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chọn. Ngày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 đối tượng QDate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monthShown( ) 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yearShown( ) 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setFirstDayOfWeek( ) :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này được dùng để thiết lập ngày trong tuần trong cột đầu tiên..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7900" indent="-514350" algn="just">
              <a:buFont typeface="Wingdings" panose="05000000000000000000" pitchFamily="2" charset="2"/>
              <a:buChar char="ü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selectionChanged( )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này được gọi khi người dùng thay đổi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00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Qdate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63550" indent="0" algn="just">
              <a:buNone/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Lớp QDate giúp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xử lý ngày tháng.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của lớp QDate truy cập từ đồng hồ hệ thống và hiển thị ngày, bao gồm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và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sử dụng lịch của giáo hoàng Gregory. Sau đây là danh sách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phương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cung cấp bởi lớp QDate :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currentDate(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ngày hệ thống như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QDate.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setDate(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thiết lập ngày dựa trên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year, month, day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năm từ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QDate. </a:t>
            </a:r>
          </a:p>
        </p:txBody>
      </p:sp>
    </p:spTree>
    <p:extLst>
      <p:ext uri="{BB962C8B-B14F-4D97-AF65-F5344CB8AC3E}">
        <p14:creationId xmlns:p14="http://schemas.microsoft.com/office/powerpoint/2010/main" val="2234904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 lnSpcReduction="10000"/>
          </a:bodyPr>
          <a:lstStyle/>
          <a:p>
            <a:pPr marL="463550" indent="0" algn="just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Qdate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 :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tháng từ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Qdate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ngày từ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QDate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dayOfWeek( )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ngày trong tuần từ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buNone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Qdate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addDays( )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này thêm số 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gửi trả ngày mới.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addMonths( )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này thêm số tháng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gửi trả ngày mới. </a:t>
            </a:r>
          </a:p>
        </p:txBody>
      </p:sp>
    </p:spTree>
    <p:extLst>
      <p:ext uri="{BB962C8B-B14F-4D97-AF65-F5344CB8AC3E}">
        <p14:creationId xmlns:p14="http://schemas.microsoft.com/office/powerpoint/2010/main" val="209972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 fontScale="92500" lnSpcReduction="20000"/>
          </a:bodyPr>
          <a:lstStyle/>
          <a:p>
            <a:pPr marL="463550" indent="0" algn="just">
              <a:buNone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Qdate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addYears(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thêm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vào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và gửi trả ngày mới.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daysTo(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trả số ngày giữa hai ngày tháng.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daysInMonth(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trả số ngày trong tháng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daysInYear(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trả số ngày trong năm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isLeapYear(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trả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true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nếu ngày xác định ở năm nhuận.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toPyDate(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ngày như chuỗi.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076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Qdate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hiển thị ngày không có số zero đứng đầu ( 1 đến 31 )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hiển thị ngày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số zero đứng đầu ( 01 đến 31 )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ddd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Mon, Tue,…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dddd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hiển thị ngày ở định dạng dài (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Monday, Tuesday,…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hiển thị tháng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không có số zero đứng đầu ( 1 để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12 )</a:t>
            </a:r>
          </a:p>
        </p:txBody>
      </p:sp>
    </p:spTree>
    <p:extLst>
      <p:ext uri="{BB962C8B-B14F-4D97-AF65-F5344CB8AC3E}">
        <p14:creationId xmlns:p14="http://schemas.microsoft.com/office/powerpoint/2010/main" val="2682876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Qdate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biểu thức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hiển thị tháng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số zero đứng đầu ( 01 đến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12 )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MMM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hiển thị tháng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Jan, Feb,…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MMMM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hiển thị tháng định dạng dài (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January, February…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yy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hiển thị năm như số có hai chữ số ( 00 đến 99 )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yyyy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ày hiển thị năm như số có bốn chữ số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26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 lnSpcReduction="10000"/>
          </a:bodyPr>
          <a:lstStyle/>
          <a:p>
            <a:pPr marL="463550" indent="0"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Edit Widget:</a:t>
            </a:r>
          </a:p>
          <a:p>
            <a:pPr marL="463550" indent="0"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Date Edit Widget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QDateEdit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Edit widget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minimumDate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Widget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2017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2016)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maximumDate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Widget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set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2030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2031)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261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52121"/>
          </a:xfrm>
        </p:spPr>
        <p:txBody>
          <a:bodyPr>
            <a:normAutofit fontScale="92500"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Những ph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ơng thức cung cấp bởi lớp QDateEdit: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setDate( )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phương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được dùng để thiết lập ngày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tháng năm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để được hiển thị trong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Widget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setDisplayFormat widget ( ) 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phương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được dùng để thiết lập dạng ngày tháng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năm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cho ngày hiển thị trong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DateEdit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widget</a:t>
            </a:r>
          </a:p>
          <a:p>
            <a:pPr marL="920750" indent="-457200" algn="just">
              <a:buFontTx/>
              <a:buChar char="-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Định dạng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ngày tháng năm hiển thị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0475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dd.MM.yyyy 15.01.2018</a:t>
            </a:r>
          </a:p>
          <a:p>
            <a:pPr marL="1260475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MMM d yy Jan 15 18</a:t>
            </a:r>
          </a:p>
          <a:p>
            <a:pPr marL="1260475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MMM d yyyy Jan 15 2018</a:t>
            </a:r>
          </a:p>
          <a:p>
            <a:pPr marL="1260475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MMMM d yy January 15 18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35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 lnSpcReduction="10000"/>
          </a:bodyPr>
          <a:lstStyle/>
          <a:p>
            <a:pPr marL="463550" indent="0" algn="just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Widget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Edit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606550" indent="-457200" algn="just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Qt Designer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Dialog without Button </a:t>
            </a:r>
          </a:p>
          <a:p>
            <a:pPr marL="1606550" indent="-457200" algn="just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Edit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widet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002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dụng:</a:t>
            </a: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B3: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 ứng dụng này với tên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demoCalendar.ui.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Ứng dụng hiển thị nh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hình bên d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</a:p>
          <a:p>
            <a:pPr marL="1538288" indent="-457200" algn="just">
              <a:buFont typeface="Wingdings" panose="05000000000000000000" pitchFamily="2" charset="2"/>
              <a:buChar char="§"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1088" indent="0" algn="just">
              <a:buNone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1088" indent="0" algn="just">
              <a:buNone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1088" indent="0" algn="just">
              <a:buNone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1088" indent="0" algn="just"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Trình tiện ích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pyuic5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sẽ chuyển đổi thành file. ui vào code Python. Bạn tìm code python đó. </a:t>
            </a:r>
          </a:p>
        </p:txBody>
      </p:sp>
      <p:pic>
        <p:nvPicPr>
          <p:cNvPr id="4" name="Picture 3" descr="sách Qt5-Python-GUI-Programming-Cookbook.pdf - Adobe Acrobat Reader DC">
            <a:extLst>
              <a:ext uri="{FF2B5EF4-FFF2-40B4-BE49-F238E27FC236}">
                <a16:creationId xmlns:a16="http://schemas.microsoft.com/office/drawing/2014/main" id="{5621764F-3C97-415A-8EE7-D3137319F9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7" t="41979" r="42121" b="11301"/>
          <a:stretch/>
        </p:blipFill>
        <p:spPr>
          <a:xfrm>
            <a:off x="4267199" y="2715491"/>
            <a:ext cx="4447310" cy="271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74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606550" indent="-457200" algn="just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Scrip python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callCalendar.pyw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demoCalendar.py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Widget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Edit widget.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callCalendar.pyw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323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ườ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Calendar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dụng:</a:t>
            </a:r>
          </a:p>
        </p:txBody>
      </p:sp>
      <p:pic>
        <p:nvPicPr>
          <p:cNvPr id="4" name="Picture 3" descr="sách Qt5-Python-GUI-Programming-Cookbook.pdf - Adobe Acrobat Reader DC">
            <a:extLst>
              <a:ext uri="{FF2B5EF4-FFF2-40B4-BE49-F238E27FC236}">
                <a16:creationId xmlns:a16="http://schemas.microsoft.com/office/drawing/2014/main" id="{73D629D5-8125-458F-8649-E26A5981F9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2" t="34853" r="32448" b="7733"/>
          <a:stretch/>
        </p:blipFill>
        <p:spPr>
          <a:xfrm>
            <a:off x="109358" y="1641763"/>
            <a:ext cx="7578437" cy="4752110"/>
          </a:xfrm>
          <a:prstGeom prst="rect">
            <a:avLst/>
          </a:prstGeom>
        </p:spPr>
      </p:pic>
      <p:pic>
        <p:nvPicPr>
          <p:cNvPr id="6" name="Picture 5" descr="sách Qt5-Python-GUI-Programming-Cookbook.pdf - Adobe Acrobat Reader DC">
            <a:extLst>
              <a:ext uri="{FF2B5EF4-FFF2-40B4-BE49-F238E27FC236}">
                <a16:creationId xmlns:a16="http://schemas.microsoft.com/office/drawing/2014/main" id="{18C182E1-5BB4-43E0-864C-BF85CAE94D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70" t="27625" r="41666" b="22278"/>
          <a:stretch/>
        </p:blipFill>
        <p:spPr>
          <a:xfrm>
            <a:off x="6340948" y="3697878"/>
            <a:ext cx="2867891" cy="303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94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dạng bảng sử dụng Table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Widget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Widget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được dùng để hiển thị dữ liệu định dạng bảng, sắp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trong hàng và cột.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Widget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là một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thực thể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của lớp QTableWidget và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mục được hiển thị trong hàng và cột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khác nhau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của bảng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thực thể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lớp QTableWidgetItem.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hương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cung cấp bởi lớp QTableWidget :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setRowCount 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được dùng để định nghĩa số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dòng mà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bạn tham gia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trong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Widget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178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dạng bảng sử dụng Table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Widget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hương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cung cấp bởi lớp QTableWidget :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 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được dùng để định nghĩa số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cột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ợc yêu cầu trong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Widget</a:t>
            </a: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rowCount():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trả về số dòng trong bảng</a:t>
            </a: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columnCount():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trả về số cột trong bảng</a:t>
            </a: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clear():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xóa toàn bộ bảng</a:t>
            </a: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setItem()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ơng thức này thiết lập nội dung cho dòng và cột của bảng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38288" indent="-457200" algn="just">
              <a:buFont typeface="Wingdings" panose="05000000000000000000" pitchFamily="2" charset="2"/>
              <a:buChar char="§"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240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dạng bảng sử dụng Table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 fontScale="92500" lnSpcReduction="20000"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Lớp QTableWidgetIem</a:t>
            </a:r>
          </a:p>
          <a:p>
            <a:pPr marL="463550" indent="0" algn="just"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Các mục hiển thị trong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Widget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là thực thể của lớp QTableWidgetItem. Có thể hiển thị văn bản, hình ảnh, hoặc bất cứ mục widget nào khác nh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items của Table Widget. Các 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ơng thức của lớp QTableWidgetItem 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( )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phương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này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kiểu chữ cho nhãn văn bản của mục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Widget </a:t>
            </a: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setCheckState():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ơng thức này kiểm tra giá trị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để 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ơng thức này đánh dấu mục Table và kiểm tra giá trị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để bỏ đánh dấu mục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Widget 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38288" indent="-457200" algn="just">
              <a:buFont typeface="Wingdings" panose="05000000000000000000" pitchFamily="2" charset="2"/>
              <a:buChar char="§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checkState():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ơng thức này trả giá trị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nếu mục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Widget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ợc đánh dấu nếu không trả giá trị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33733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dạng bảng sử dụng Table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b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ớc hiển thị dữ liệu qua Table Widget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B1: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Mở QtDesigner và tạo mới ứng dụng dựa trên mẫu Dialog without Buttons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B2: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Vẽ và cắt item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Widget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trên form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B3: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Gán kích th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ớc mặc định 3 dòng và 2 cột từ của sổ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Property Editor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thiết lập giá trị của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rowcount và columnCount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lần l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ợt là 4 và 2.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B4: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Để diển thị dòng và cột trên tiêu đề dùng thuộc tính  horizontalHeaderVisible và verticalHeaderVisible đã đ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ợc đánh dấu mặc định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29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dạng bảng sử dụng Table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 fontScale="85000" lnSpcReduction="20000"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b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ớc hiển thị dữ liệu qua Table Widget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B5: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 ứng dụng với tên demoTableWidget.ui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indent="-457200" algn="just">
              <a:buFont typeface="Wingdings" panose="05000000000000000000" pitchFamily="2" charset="2"/>
              <a:buChar char="Ø"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buNone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buNone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Trình tiện ích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pyuic5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sẽ chuyển đổi thành file. ui vào code Python. Bạn tìm code python đó. </a:t>
            </a:r>
          </a:p>
          <a:p>
            <a:pPr marL="463550" indent="0" algn="just">
              <a:buNone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ách Qt5-Python-GUI-Programming-Cookbook.pdf - Adobe Acrobat Reader DC">
            <a:extLst>
              <a:ext uri="{FF2B5EF4-FFF2-40B4-BE49-F238E27FC236}">
                <a16:creationId xmlns:a16="http://schemas.microsoft.com/office/drawing/2014/main" id="{CA49104A-895B-48EF-89A4-F314DE7C12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5" t="33817" r="41061" b="12427"/>
          <a:stretch/>
        </p:blipFill>
        <p:spPr>
          <a:xfrm>
            <a:off x="1690255" y="1911926"/>
            <a:ext cx="5375564" cy="340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0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dạng bảng sử dụng Table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Table Widget </a:t>
            </a:r>
          </a:p>
          <a:p>
            <a:pPr marL="920750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B6: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Scrip python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callTableWidget.pyw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demoTableWidget.py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Widget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callTableWidget.pyw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017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68A2-27AD-4F58-BA4C-9F5670B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" y="236063"/>
            <a:ext cx="9102490" cy="738110"/>
          </a:xfrm>
        </p:spPr>
        <p:txBody>
          <a:bodyPr>
            <a:noAutofit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dạng bảng sử dụng Table Widget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399350-8788-4AFE-B284-2120650F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9" y="1177636"/>
            <a:ext cx="9102490" cy="5680364"/>
          </a:xfrm>
        </p:spPr>
        <p:txBody>
          <a:bodyPr>
            <a:normAutofit/>
          </a:bodyPr>
          <a:lstStyle/>
          <a:p>
            <a:pPr marL="463550" indent="0" algn="just"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b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ớc hiển thị dữ liệu qua Table Widget </a:t>
            </a:r>
          </a:p>
          <a:p>
            <a:pPr marL="463550" indent="0" algn="just">
              <a:buNone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 algn="just"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ách Qt5-Python-GUI-Programming-Cookbook.pdf - Adobe Acrobat Reader DC">
            <a:extLst>
              <a:ext uri="{FF2B5EF4-FFF2-40B4-BE49-F238E27FC236}">
                <a16:creationId xmlns:a16="http://schemas.microsoft.com/office/drawing/2014/main" id="{F03F25DF-B85A-4EBB-B9AC-17A05B4608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0" t="26781" r="32879" b="4266"/>
          <a:stretch/>
        </p:blipFill>
        <p:spPr>
          <a:xfrm>
            <a:off x="166255" y="1634836"/>
            <a:ext cx="8174181" cy="522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04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1977</TotalTime>
  <Words>3080</Words>
  <Application>Microsoft Office PowerPoint</Application>
  <PresentationFormat>On-screen Show (4:3)</PresentationFormat>
  <Paragraphs>193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Wingdings</vt:lpstr>
      <vt:lpstr>Office Theme</vt:lpstr>
      <vt:lpstr>LÀM VIỆC VỚI DATE VÀ TIME</vt:lpstr>
      <vt:lpstr>Nội dung</vt:lpstr>
      <vt:lpstr>Hiển Thị LCD digits</vt:lpstr>
      <vt:lpstr>Hiển Thị LCD digits</vt:lpstr>
      <vt:lpstr>Timers</vt:lpstr>
      <vt:lpstr>Qtime class</vt:lpstr>
      <vt:lpstr>Qtime class</vt:lpstr>
      <vt:lpstr>Hiển thị đồng hồ hệ thống bằng LCD – like digits</vt:lpstr>
      <vt:lpstr>Hiển thị đồng hồ hệ thống bằng LCD – like digits</vt:lpstr>
      <vt:lpstr>Hiển thị đồng hồ hệ thống bằng LCD – like digits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khi người dùng chọn từ Calendar Widget</vt:lpstr>
      <vt:lpstr>Hiển thị dữ liệu dạng bảng sử dụng Table Widget</vt:lpstr>
      <vt:lpstr>Hiển thị dữ liệu dạng bảng sử dụng Table Widget</vt:lpstr>
      <vt:lpstr>Hiển thị dữ liệu dạng bảng sử dụng Table Widget</vt:lpstr>
      <vt:lpstr>Hiển thị dữ liệu dạng bảng sử dụng Table Widget</vt:lpstr>
      <vt:lpstr>Hiển thị dữ liệu dạng bảng sử dụng Table Widget</vt:lpstr>
      <vt:lpstr>Hiển thị dữ liệu dạng bảng sử dụng Table Widget</vt:lpstr>
      <vt:lpstr>Hiển thị dữ liệu dạng bảng sử dụng Table Widget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Tạo giao diện người dùng với các thành phần Qt</dc:title>
  <dc:creator>bruce shelby</dc:creator>
  <cp:lastModifiedBy>ly</cp:lastModifiedBy>
  <cp:revision>462</cp:revision>
  <dcterms:created xsi:type="dcterms:W3CDTF">2019-07-31T07:44:13Z</dcterms:created>
  <dcterms:modified xsi:type="dcterms:W3CDTF">2019-11-14T08:56:16Z</dcterms:modified>
</cp:coreProperties>
</file>